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2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6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6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0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9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0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0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9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5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45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2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25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54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60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86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7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160CA0-A98B-46E7-98DA-4A9125DA1A7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0A533C7-8227-4F07-A490-FDC7B66D4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0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621" y="1222115"/>
            <a:ext cx="9144000" cy="2387600"/>
          </a:xfrm>
        </p:spPr>
        <p:txBody>
          <a:bodyPr/>
          <a:lstStyle/>
          <a:p>
            <a:r>
              <a:rPr lang="mk-MK" dirty="0" smtClean="0"/>
              <a:t> </a:t>
            </a:r>
            <a:r>
              <a:rPr lang="en-US" dirty="0" smtClean="0"/>
              <a:t>Selection 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25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 smtClean="0"/>
              <a:t>Што е </a:t>
            </a:r>
            <a:r>
              <a:rPr lang="en-US" dirty="0"/>
              <a:t>s</a:t>
            </a:r>
            <a:r>
              <a:rPr lang="en-US" dirty="0" smtClean="0"/>
              <a:t>election sort?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512058"/>
            <a:ext cx="8825659" cy="37391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selection </a:t>
            </a:r>
            <a:r>
              <a:rPr lang="en-US" dirty="0" smtClean="0"/>
              <a:t>sort</a:t>
            </a:r>
            <a:r>
              <a:rPr lang="mk-MK" dirty="0" smtClean="0"/>
              <a:t> е еден од наједноставните алгоритми за сортирање на низа. Алгоритамот работи така што го наоѓа најмалиот или најголемиот елемент во низата, и го става на неговото соодветно место (на почетокот или на крајот од низата). После тоа истото го повторува со останатите елементи во низата. Овој алгоритам е добар за помал број на елементи, но станува проблем за поголем број. Главни карактеристики се</a:t>
            </a:r>
            <a:r>
              <a:rPr lang="en-US" dirty="0" smtClean="0"/>
              <a:t>:</a:t>
            </a:r>
            <a:endParaRPr lang="mk-MK" dirty="0" smtClean="0"/>
          </a:p>
          <a:p>
            <a:r>
              <a:rPr lang="mk-MK" dirty="0" smtClean="0"/>
              <a:t>Временска сложеност О(</a:t>
            </a:r>
            <a:r>
              <a:rPr lang="en-US" dirty="0" smtClean="0"/>
              <a:t>n^2)</a:t>
            </a:r>
            <a:r>
              <a:rPr lang="mk-MK" dirty="0" smtClean="0"/>
              <a:t> – за </a:t>
            </a:r>
            <a:r>
              <a:rPr lang="en-US" dirty="0" smtClean="0"/>
              <a:t>n</a:t>
            </a:r>
            <a:r>
              <a:rPr lang="mk-MK" dirty="0" smtClean="0"/>
              <a:t> елементи прави </a:t>
            </a:r>
            <a:r>
              <a:rPr lang="en-US" dirty="0" smtClean="0"/>
              <a:t>n^2</a:t>
            </a:r>
            <a:r>
              <a:rPr lang="mk-MK" dirty="0" smtClean="0"/>
              <a:t>/2 споредби</a:t>
            </a:r>
          </a:p>
          <a:p>
            <a:r>
              <a:rPr lang="mk-MK" dirty="0" smtClean="0"/>
              <a:t>Просторна сложеност О(1)</a:t>
            </a:r>
            <a:r>
              <a:rPr lang="ru-RU" dirty="0"/>
              <a:t> </a:t>
            </a:r>
            <a:r>
              <a:rPr lang="ru-RU" dirty="0" smtClean="0"/>
              <a:t>- Не </a:t>
            </a:r>
            <a:r>
              <a:rPr lang="ru-RU" dirty="0"/>
              <a:t>троши дополнителна меморија, </a:t>
            </a:r>
            <a:r>
              <a:rPr lang="ru-RU" dirty="0" smtClean="0"/>
              <a:t>работи </a:t>
            </a:r>
            <a:r>
              <a:rPr lang="ru-RU" dirty="0"/>
              <a:t>директно врз влезната низа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Број на замени – прави </a:t>
            </a:r>
            <a:r>
              <a:rPr lang="en-US" dirty="0" smtClean="0"/>
              <a:t>n</a:t>
            </a:r>
            <a:r>
              <a:rPr lang="mk-MK" dirty="0" smtClean="0"/>
              <a:t>-1 замени </a:t>
            </a:r>
            <a:r>
              <a:rPr lang="ru-RU" dirty="0"/>
              <a:t>што е </a:t>
            </a:r>
            <a:r>
              <a:rPr lang="ru-RU" dirty="0" smtClean="0"/>
              <a:t>малку </a:t>
            </a:r>
            <a:r>
              <a:rPr lang="ru-RU" dirty="0"/>
              <a:t>во споредба со алгоритми како Bubble Sort.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7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 smtClean="0"/>
              <a:t>Код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47878" y="2171238"/>
            <a:ext cx="4248319" cy="34163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void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selectionSort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a[],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n)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nn-NO" dirty="0">
                <a:latin typeface="Calibri" panose="020F0502020204030204" pitchFamily="34" charset="0"/>
                <a:cs typeface="Calibri" panose="020F0502020204030204" pitchFamily="34" charset="0"/>
              </a:rPr>
              <a:t>for (int i = 0; i &lt; n - 1; i++) </a:t>
            </a:r>
            <a:r>
              <a:rPr lang="nn-NO" dirty="0" smtClean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>
              <a:buNone/>
            </a:pPr>
            <a:r>
              <a:rPr lang="nn-NO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n-NO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	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min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b-NO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for </a:t>
            </a:r>
            <a:r>
              <a:rPr lang="nb-NO" dirty="0">
                <a:latin typeface="Calibri" panose="020F0502020204030204" pitchFamily="34" charset="0"/>
                <a:cs typeface="Calibri" panose="020F0502020204030204" pitchFamily="34" charset="0"/>
              </a:rPr>
              <a:t>(int j = i + 1; j &lt; n; j++) </a:t>
            </a:r>
            <a:r>
              <a:rPr lang="nb-NO" dirty="0" smtClean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	if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a[j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] &lt;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a[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])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	{ min=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j;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	}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089" y="5339480"/>
            <a:ext cx="49294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(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min!=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a[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];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a[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] =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a[min];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a[min]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t;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	} } }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615232" y="6093228"/>
            <a:ext cx="47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6331066" y="2247183"/>
            <a:ext cx="296081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main()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cin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&gt;&gt; 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a[n];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(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&lt; n;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cin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&gt;&gt; a[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];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selectionSort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(a, n);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(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&lt; n;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++) {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&lt;&lt; a[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] &lt;&lt; " ";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return 0; }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4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16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Анализа на итерации и време за различни големини на низи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954337"/>
              </p:ext>
            </p:extLst>
          </p:nvPr>
        </p:nvGraphicFramePr>
        <p:xfrm>
          <a:off x="1154954" y="2568748"/>
          <a:ext cx="8761412" cy="335280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246553513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798629273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4915589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4170671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mk-MK" b="1">
                          <a:effectLst/>
                          <a:latin typeface="Google Sans Text"/>
                        </a:rPr>
                        <a:t>Големина на низа 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n)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k-MK" b="1">
                          <a:effectLst/>
                          <a:latin typeface="Google Sans Text"/>
                        </a:rPr>
                        <a:t>Формула: 2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n(n−1)​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k-MK" b="1">
                          <a:effectLst/>
                          <a:latin typeface="Google Sans Text"/>
                        </a:rPr>
                        <a:t>Број на споредби / итерации</a:t>
                      </a:r>
                      <a:endParaRPr lang="mk-MK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k-MK" b="1">
                          <a:effectLst/>
                          <a:latin typeface="Google Sans Text"/>
                        </a:rPr>
                        <a:t>Приближно време на извршување</a:t>
                      </a:r>
                      <a:endParaRPr lang="mk-MK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619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$100$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  <a:latin typeface="Google Sans Text"/>
                        </a:rPr>
                        <a:t>(100*99)/2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$4,950$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k-MK" b="1">
                          <a:effectLst/>
                          <a:latin typeface="Google Sans Text"/>
                        </a:rPr>
                        <a:t>Инстант</a:t>
                      </a:r>
                      <a:r>
                        <a:rPr lang="mk-MK">
                          <a:effectLst/>
                          <a:latin typeface="Google Sans Text"/>
                        </a:rPr>
                        <a:t> (под 1 милисекунда)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183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$10,000$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  <a:latin typeface="Google Sans Text"/>
                        </a:rPr>
                        <a:t>(10000*9999)/2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k-MK" b="1">
                          <a:effectLst/>
                          <a:latin typeface="Google Sans Text"/>
                        </a:rPr>
                        <a:t>$49,995,000$</a:t>
                      </a:r>
                      <a:r>
                        <a:rPr lang="mk-MK">
                          <a:effectLst/>
                          <a:latin typeface="Google Sans Text"/>
                        </a:rPr>
                        <a:t> (~50 милиони)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Околу 0.05 до 0.2 секунди</a:t>
                      </a:r>
                      <a:endParaRPr lang="ru-RU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5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$1,000,000$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  <a:latin typeface="Google Sans Text"/>
                        </a:rPr>
                        <a:t>(1000000*999999)/2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k-MK" b="1">
                          <a:effectLst/>
                          <a:latin typeface="Google Sans Text"/>
                        </a:rPr>
                        <a:t>$500,000,000,000$</a:t>
                      </a:r>
                      <a:r>
                        <a:rPr lang="mk-MK">
                          <a:effectLst/>
                          <a:latin typeface="Google Sans Text"/>
                        </a:rPr>
                        <a:t> (~500 милијарди)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Google Sans Text"/>
                        </a:rPr>
                        <a:t>Многу бавно</a:t>
                      </a:r>
                      <a:r>
                        <a:rPr lang="ru-RU" dirty="0">
                          <a:effectLst/>
                          <a:latin typeface="Google Sans Text"/>
                        </a:rPr>
                        <a:t> (неколку минути до час+)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769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8911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53</TotalTime>
  <Words>379</Words>
  <Application>Microsoft Office PowerPoint</Application>
  <PresentationFormat>Widescreen</PresentationFormat>
  <Paragraphs>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Century Gothic</vt:lpstr>
      <vt:lpstr>Google Sans Text</vt:lpstr>
      <vt:lpstr>Wingdings 3</vt:lpstr>
      <vt:lpstr>Ion Boardroom</vt:lpstr>
      <vt:lpstr> Selection Sort</vt:lpstr>
      <vt:lpstr>Што е selection sort?</vt:lpstr>
      <vt:lpstr>Код</vt:lpstr>
      <vt:lpstr>Анализа на итерации и време за различни големини на низи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Sort</dc:title>
  <dc:creator>Petar</dc:creator>
  <cp:lastModifiedBy>Petar</cp:lastModifiedBy>
  <cp:revision>5</cp:revision>
  <dcterms:created xsi:type="dcterms:W3CDTF">2026-10-14T09:24:12Z</dcterms:created>
  <dcterms:modified xsi:type="dcterms:W3CDTF">2026-10-14T10:17:12Z</dcterms:modified>
</cp:coreProperties>
</file>